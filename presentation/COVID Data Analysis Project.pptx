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78" r:id="rId3"/>
    <p:sldId id="277" r:id="rId4"/>
    <p:sldId id="27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869F30-7E73-4B9C-BDE1-040608A8640B}" v="6" dt="2026-05-20T11:58:30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660"/>
  </p:normalViewPr>
  <p:slideViewPr>
    <p:cSldViewPr snapToGrid="0">
      <p:cViewPr varScale="1">
        <p:scale>
          <a:sx n="19" d="100"/>
          <a:sy n="19" d="100"/>
        </p:scale>
        <p:origin x="266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AB3A824-1A51-4B26-AD58-A6D8E14F6C04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348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53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71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50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85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1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33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18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1126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4453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374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9563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0628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7449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77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568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BC1C18-307B-4F68-A007-B5B542270E8D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9438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EB60-E737-E0C2-0AA4-F3EA6380F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7E70-8B74-EF6C-07EF-589D310E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0"/>
            <a:ext cx="10131425" cy="173231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masis MT Pro Black" panose="02040A04050005020304" pitchFamily="18" charset="0"/>
              </a:rPr>
              <a:t>COVID Data Analysis Project</a:t>
            </a:r>
            <a:br>
              <a:rPr lang="en-US" dirty="0">
                <a:latin typeface="Amasis MT Pro Black" panose="02040A04050005020304" pitchFamily="18" charset="0"/>
              </a:rPr>
            </a:br>
            <a:r>
              <a:rPr lang="en-US" sz="1200" dirty="0">
                <a:latin typeface="Amasis MT Pro Black" panose="02040A04050005020304" pitchFamily="18" charset="0"/>
              </a:rPr>
              <a:t>.</a:t>
            </a:r>
            <a:br>
              <a:rPr lang="en-US" sz="3200" dirty="0">
                <a:latin typeface="Amasis MT Pro Black" panose="02040A04050005020304" pitchFamily="18" charset="0"/>
              </a:rPr>
            </a:br>
            <a:r>
              <a:rPr lang="en-US" sz="2200" b="1" dirty="0"/>
              <a:t>SQL Analysis and Power BI Dashboard for Hospital Preparedness</a:t>
            </a:r>
            <a:br>
              <a:rPr lang="en-US" dirty="0"/>
            </a:br>
            <a:endParaRPr lang="en-US" sz="3200" b="1" dirty="0">
              <a:latin typeface="Amasis MT Pro Black" panose="02040A040500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2F7D08-C3B9-5516-8BA6-E85D792F5413}"/>
              </a:ext>
            </a:extLst>
          </p:cNvPr>
          <p:cNvSpPr txBox="1"/>
          <p:nvPr/>
        </p:nvSpPr>
        <p:spPr>
          <a:xfrm>
            <a:off x="975623" y="1732313"/>
            <a:ext cx="1024075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This project analyzes a COVID-19 mortality dataset using SQL and Power BI.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The dataset is a structured, aggregated, time-series public health dataset with regional and time-based COVID death information.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Key fields include jurisdiction, reporting period, COVID deaths, crude COVID rate, and age-adjusted COVID rate.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The objective was to identify high-burden regions, monitor mortality trends, and support better preparedness decisions for hospitals.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F0502020204030204" pitchFamily="2" charset="-78"/>
              <a:ea typeface="+mn-ea"/>
              <a:cs typeface="Aldhabi" panose="020F050202020403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2652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A7744-DA01-F16D-F18C-EE228DDA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0157-5D95-2FF0-4D62-4AADEEB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6" y="166256"/>
            <a:ext cx="10131425" cy="109291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masis MT Pro Black" panose="02040A04050005020304" pitchFamily="18" charset="0"/>
              </a:rPr>
              <a:t>Approach and SQL Analysis</a:t>
            </a:r>
            <a:endParaRPr lang="en-US" sz="3200" b="1" dirty="0">
              <a:latin typeface="Amasis MT Pro Black" panose="02040A040500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25B05-A02F-0C1F-FB4A-561FF73A6E71}"/>
              </a:ext>
            </a:extLst>
          </p:cNvPr>
          <p:cNvSpPr txBox="1"/>
          <p:nvPr/>
        </p:nvSpPr>
        <p:spPr>
          <a:xfrm>
            <a:off x="975623" y="1104796"/>
            <a:ext cx="1024075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First, I studied the dataset structure and understood important fields such as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Jurisdiction_Residence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, Group,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data_period_end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COVID_deaths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crude_COVID_rate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,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aa_COVID_rate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I used SQL queries to answer five analytical questions based on deaths, trends, ranking, and rate comparison.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The SQL analysis included top jurisdictions by deaths, top 3 high-death weeks, crude-rate ranking by group, cross-group crude-rate comparison, and average deaths for the latest 4 weekly dates.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I used SQL concepts such as aggregation, GROUP BY, CTEs, window functions, filtering, and date conversion.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F0502020204030204" pitchFamily="2" charset="-78"/>
              <a:ea typeface="+mn-ea"/>
              <a:cs typeface="Aldhabi" panose="020F050202020403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8132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43681-00CA-BB82-13D8-DDBDAFCBF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416A-22B1-3BF1-0B9D-448D3ED4A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5" y="0"/>
            <a:ext cx="10131425" cy="109291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masis MT Pro Black" panose="02040A04050005020304" pitchFamily="18" charset="0"/>
              </a:rPr>
              <a:t>Dashboard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FA495-F416-27E1-F1C4-542E043478B8}"/>
              </a:ext>
            </a:extLst>
          </p:cNvPr>
          <p:cNvSpPr txBox="1"/>
          <p:nvPr/>
        </p:nvSpPr>
        <p:spPr>
          <a:xfrm>
            <a:off x="975621" y="1092919"/>
            <a:ext cx="10240752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/>
            <a:r>
              <a:rPr lang="en-US" sz="1400" dirty="0">
                <a:latin typeface="Amasis MT Pro Black" panose="02040A04050005020304" pitchFamily="18" charset="0"/>
              </a:rPr>
              <a:t>Dashboard info: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1000000000000000000" pitchFamily="2" charset="-78"/>
              <a:ea typeface="+mn-ea"/>
              <a:cs typeface="Aldhabi" panose="01000000000000000000" pitchFamily="2" charset="-78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Trend charts show how COVID deaths changed over time across jurisdictions and help identify uneven regional burden.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Comparison visuals highlight top and bottom jurisdictions by crude COVID rate and also compare jurisdiction performance with a benchmark or national average.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The matrix visual compares crude COVID rates by group and year, helping identify how mortality patterns changed across reporting categories.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1000000000000000000" pitchFamily="2" charset="-78"/>
              <a:ea typeface="+mn-ea"/>
              <a:cs typeface="Aldhabi" panose="01000000000000000000" pitchFamily="2" charset="-78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asis MT Pro Black" panose="02040A04050005020304" pitchFamily="18" charset="0"/>
                <a:cs typeface="Aldhabi" panose="01000000000000000000" pitchFamily="2" charset="-78"/>
              </a:rPr>
              <a:t>Insights: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COVID mortality burden is not equally distributed across all jurisdictions.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Weekly reporting is useful for identifying recent surges and operational pressure.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Crude rate adds more value than only raw deaths because it supports population-level comparison.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F0502020204030204" pitchFamily="2" charset="-78"/>
              <a:ea typeface="+mn-ea"/>
              <a:cs typeface="Aldhabi" panose="020F050202020403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9971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14ECB-EF02-B014-19DB-8707151E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863C-6D5F-524A-69A5-57731CA91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166256"/>
            <a:ext cx="10131425" cy="109291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masis MT Pro Black" panose="02040A04050005020304" pitchFamily="18" charset="0"/>
              </a:rPr>
              <a:t>Suggestions </a:t>
            </a:r>
            <a:endParaRPr lang="en-US" sz="3200" b="1" dirty="0">
              <a:latin typeface="Amasis MT Pro Black" panose="02040A040500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F3056-C00D-FF99-AC76-D79406D0ABB6}"/>
              </a:ext>
            </a:extLst>
          </p:cNvPr>
          <p:cNvSpPr txBox="1"/>
          <p:nvPr/>
        </p:nvSpPr>
        <p:spPr>
          <a:xfrm>
            <a:off x="401782" y="1646553"/>
            <a:ext cx="113884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+mn-cs"/>
              </a:rPr>
              <a:t>Suggestions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Times New Roman" panose="02020603050405020304" pitchFamily="18" charset="0"/>
                <a:cs typeface="Aldhabi" panose="01000000000000000000" pitchFamily="2" charset="-78"/>
              </a:rPr>
              <a:t>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1000000000000000000" pitchFamily="2" charset="-78"/>
              <a:ea typeface="Aptos" panose="020B0004020202020204" pitchFamily="34" charset="0"/>
              <a:cs typeface="Aldhabi" panose="01000000000000000000" pitchFamily="2" charset="-78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Times New Roman" panose="02020603050405020304" pitchFamily="18" charset="0"/>
                <a:cs typeface="Aldhabi" panose="01000000000000000000" pitchFamily="2" charset="-78"/>
              </a:rPr>
              <a:t>Hospitals should closely monitor jurisdictions with high crude COVID rates and repeated weekly peaks.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1000000000000000000" pitchFamily="2" charset="-78"/>
              <a:ea typeface="Aptos" panose="020B0004020202020204" pitchFamily="34" charset="0"/>
              <a:cs typeface="Aldhabi" panose="01000000000000000000" pitchFamily="2" charset="-78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Times New Roman" panose="02020603050405020304" pitchFamily="18" charset="0"/>
                <a:cs typeface="Aldhabi" panose="01000000000000000000" pitchFamily="2" charset="-78"/>
              </a:rPr>
              <a:t>Weekly trend tracking should be used as an early warning signal for staffing, bed planning, oxygen support, and ICU preparation.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1000000000000000000" pitchFamily="2" charset="-78"/>
              <a:ea typeface="Aptos" panose="020B0004020202020204" pitchFamily="34" charset="0"/>
              <a:cs typeface="Aldhabi" panose="01000000000000000000" pitchFamily="2" charset="-78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Times New Roman" panose="02020603050405020304" pitchFamily="18" charset="0"/>
                <a:cs typeface="Aldhabi" panose="01000000000000000000" pitchFamily="2" charset="-78"/>
              </a:rPr>
              <a:t>Resource allocation should focus more on high-risk jurisdictions instead of relying only on cumulative totals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1000000000000000000" pitchFamily="2" charset="-78"/>
              <a:ea typeface="Aptos" panose="020B0004020202020204" pitchFamily="34" charset="0"/>
              <a:cs typeface="Aldhabi" panose="01000000000000000000" pitchFamily="2" charset="-78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1000000000000000000" pitchFamily="2" charset="-78"/>
                <a:ea typeface="Times New Roman" panose="02020603050405020304" pitchFamily="18" charset="0"/>
                <a:cs typeface="Aldhabi" panose="01000000000000000000" pitchFamily="2" charset="-78"/>
              </a:rPr>
              <a:t>Dashboard-based monitoring can help hospital management make faster and more data-driven decisions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1000000000000000000" pitchFamily="2" charset="-78"/>
              <a:ea typeface="Aptos" panose="020B0004020202020204" pitchFamily="34" charset="0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229212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389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Aldhabi</vt:lpstr>
      <vt:lpstr>Amasis MT Pro Black</vt:lpstr>
      <vt:lpstr>Arial</vt:lpstr>
      <vt:lpstr>Calibri</vt:lpstr>
      <vt:lpstr>Calibri Light</vt:lpstr>
      <vt:lpstr>Symbol</vt:lpstr>
      <vt:lpstr>Celestial</vt:lpstr>
      <vt:lpstr>COVID Data Analysis Project . SQL Analysis and Power BI Dashboard for Hospital Preparedness </vt:lpstr>
      <vt:lpstr>Approach and SQL Analysis</vt:lpstr>
      <vt:lpstr>Dashboard Insights</vt:lpstr>
      <vt:lpstr>Suggestions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Thakare</dc:creator>
  <cp:lastModifiedBy>Vishal Thakare</cp:lastModifiedBy>
  <cp:revision>2</cp:revision>
  <dcterms:created xsi:type="dcterms:W3CDTF">2026-05-20T11:54:45Z</dcterms:created>
  <dcterms:modified xsi:type="dcterms:W3CDTF">2026-05-21T09:57:50Z</dcterms:modified>
</cp:coreProperties>
</file>